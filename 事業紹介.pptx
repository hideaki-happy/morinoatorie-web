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828800"/>
            <a:ext cx="219456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森のアトリエ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AIが描く、森の物語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AI生成アートの販売サイト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事業コンセプト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「自然×AI」をテーマにした独創的なアート作品を制作・販売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AIが生み出す、二度と同じものが生まれない一点もののデジタルアート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森・植物・光・季節など自然モチーフを中心に展開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デジタルデータ販売と高品質印刷物の両方を提供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オーダーメイド対応で、お客様だけの作品も制作可能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サービス内容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AI生成アートとは：最新の画像生成AIを活用して制作されたデジタルアート作品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特徴①：同じ作品は二度と生まれない唯一無二の表現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特徴②：高解像度データで印刷・デジタル双方に対応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特徴③：インテリア・ギフト・デジタル壁紙として幅広く活用可能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ご購入の流れ：作品選択 → お問い合わせ → お支払い → データ/印刷物お届け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料金プラン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1752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プラン名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デジタルデータプラン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高解像度JPGデータ（メール納品）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¥3,800〜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印刷物プラン（A3）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A3サイズ高品質印刷・額装なし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¥6,800〜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セットプラン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デジタルデータ＋印刷物セット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¥8,800〜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オーダーメイド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テーマ・色味・サイズ相談の上制作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¥12,000〜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※価格は作品・サイズにより変動する場合があります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74720" y="1234440"/>
            <a:ext cx="21945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solidFill>
            <a:srgbClr val="40916C">
              <a:alpha val="45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サイト名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森のアトリエ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Webサイトのお問い合わせフォームよりご連絡ください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916936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対応時間　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3営業日以内にご返信いたします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AIが描く唯一無二の作品を、あなたの日常に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森のアトリエ 事業紹介</dc:title>
  <dc:subject>PptxGenJS Presentation</dc:subject>
  <dc:creator>森のアトリエ</dc:creator>
  <cp:lastModifiedBy>森のアトリエ</cp:lastModifiedBy>
  <cp:revision>1</cp:revision>
  <dcterms:created xsi:type="dcterms:W3CDTF">2026-04-21T12:06:39Z</dcterms:created>
  <dcterms:modified xsi:type="dcterms:W3CDTF">2026-04-21T12:06:39Z</dcterms:modified>
</cp:coreProperties>
</file>